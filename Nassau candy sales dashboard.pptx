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60" r:id="rId5"/>
    <p:sldId id="261" r:id="rId6"/>
    <p:sldId id="259"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8/5/2026</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8/5/2026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8/5/2026</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8/5/2026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8/5/2026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8/5/2026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8/5/2026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8/5/2026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8/5/2026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8/5/2026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8/5/2026</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B2BF-A9C5-00B9-65B3-D02BBB08AE25}"/>
              </a:ext>
            </a:extLst>
          </p:cNvPr>
          <p:cNvSpPr>
            <a:spLocks noGrp="1"/>
          </p:cNvSpPr>
          <p:nvPr>
            <p:ph type="ctrTitle"/>
          </p:nvPr>
        </p:nvSpPr>
        <p:spPr>
          <a:xfrm>
            <a:off x="1561708" y="2091263"/>
            <a:ext cx="8932121" cy="1969108"/>
          </a:xfrm>
        </p:spPr>
        <p:txBody>
          <a:bodyPr/>
          <a:lstStyle/>
          <a:p>
            <a:r>
              <a:rPr lang="en-IN" sz="3200" b="1" u="sng" dirty="0">
                <a:solidFill>
                  <a:schemeClr val="tx1"/>
                </a:solidFill>
                <a:latin typeface="Calibri" panose="020F0502020204030204" pitchFamily="34" charset="0"/>
                <a:ea typeface="Calibri" panose="020F0502020204030204" pitchFamily="34" charset="0"/>
                <a:cs typeface="Calibri" panose="020F0502020204030204" pitchFamily="34" charset="0"/>
              </a:rPr>
              <a:t>Nassau candy sales dashboard</a:t>
            </a:r>
          </a:p>
        </p:txBody>
      </p:sp>
      <p:sp>
        <p:nvSpPr>
          <p:cNvPr id="3" name="Subtitle 2">
            <a:extLst>
              <a:ext uri="{FF2B5EF4-FFF2-40B4-BE49-F238E27FC236}">
                <a16:creationId xmlns:a16="http://schemas.microsoft.com/office/drawing/2014/main" id="{CE33197B-3713-EE79-D409-8AB54EC63177}"/>
              </a:ext>
            </a:extLst>
          </p:cNvPr>
          <p:cNvSpPr>
            <a:spLocks noGrp="1"/>
          </p:cNvSpPr>
          <p:nvPr>
            <p:ph type="subTitle" idx="1"/>
          </p:nvPr>
        </p:nvSpPr>
        <p:spPr>
          <a:xfrm>
            <a:off x="1807028" y="4452256"/>
            <a:ext cx="8763001" cy="957944"/>
          </a:xfrm>
        </p:spPr>
        <p:txBody>
          <a:bodyPr>
            <a:noAutofit/>
          </a:bodyPr>
          <a:lstStyle/>
          <a:p>
            <a:r>
              <a:rPr lang="en-IN" sz="1800" dirty="0">
                <a:latin typeface="Calibri" panose="020F0502020204030204" pitchFamily="34" charset="0"/>
                <a:ea typeface="Calibri" panose="020F0502020204030204" pitchFamily="34" charset="0"/>
                <a:cs typeface="Calibri" panose="020F0502020204030204" pitchFamily="34" charset="0"/>
              </a:rPr>
              <a:t>Data Analyst Internship Project</a:t>
            </a:r>
          </a:p>
          <a:p>
            <a:r>
              <a:rPr lang="en-IN" sz="1800" dirty="0">
                <a:latin typeface="Calibri" panose="020F0502020204030204" pitchFamily="34" charset="0"/>
                <a:ea typeface="Calibri" panose="020F0502020204030204" pitchFamily="34" charset="0"/>
                <a:cs typeface="Calibri" panose="020F0502020204030204" pitchFamily="34" charset="0"/>
              </a:rPr>
              <a:t>Presented by Priya Gupta</a:t>
            </a:r>
          </a:p>
          <a:p>
            <a:r>
              <a:rPr lang="en-IN" sz="1800" dirty="0">
                <a:latin typeface="Calibri" panose="020F0502020204030204" pitchFamily="34" charset="0"/>
                <a:ea typeface="Calibri" panose="020F0502020204030204" pitchFamily="34" charset="0"/>
                <a:cs typeface="Calibri" panose="020F0502020204030204" pitchFamily="34" charset="0"/>
              </a:rPr>
              <a:t>Tool Used:- Microsoft Power BI.</a:t>
            </a:r>
          </a:p>
        </p:txBody>
      </p:sp>
    </p:spTree>
    <p:extLst>
      <p:ext uri="{BB962C8B-B14F-4D97-AF65-F5344CB8AC3E}">
        <p14:creationId xmlns:p14="http://schemas.microsoft.com/office/powerpoint/2010/main" val="3680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D9F5E-9BBA-A6B8-77B6-D4B6D3321309}"/>
              </a:ext>
            </a:extLst>
          </p:cNvPr>
          <p:cNvSpPr>
            <a:spLocks noGrp="1"/>
          </p:cNvSpPr>
          <p:nvPr>
            <p:ph type="title"/>
          </p:nvPr>
        </p:nvSpPr>
        <p:spPr/>
        <p:txBody>
          <a:bodyPr/>
          <a:lstStyle/>
          <a:p>
            <a:pPr algn="ctr"/>
            <a:r>
              <a:rPr lang="en-IN" b="1" dirty="0"/>
              <a:t>Project Objective &amp; Dataset</a:t>
            </a:r>
          </a:p>
        </p:txBody>
      </p:sp>
      <p:sp>
        <p:nvSpPr>
          <p:cNvPr id="3" name="Content Placeholder 2">
            <a:extLst>
              <a:ext uri="{FF2B5EF4-FFF2-40B4-BE49-F238E27FC236}">
                <a16:creationId xmlns:a16="http://schemas.microsoft.com/office/drawing/2014/main" id="{0E54D245-AB9B-6D7C-5E9C-F04437AE6D46}"/>
              </a:ext>
            </a:extLst>
          </p:cNvPr>
          <p:cNvSpPr>
            <a:spLocks noGrp="1"/>
          </p:cNvSpPr>
          <p:nvPr>
            <p:ph idx="1"/>
          </p:nvPr>
        </p:nvSpPr>
        <p:spPr/>
        <p:txBody>
          <a:bodyPr/>
          <a:lstStyle/>
          <a:p>
            <a:r>
              <a:rPr lang="en-IN" sz="2400" dirty="0">
                <a:latin typeface="Calibri" panose="020F0502020204030204" pitchFamily="34" charset="0"/>
                <a:ea typeface="Calibri" panose="020F0502020204030204" pitchFamily="34" charset="0"/>
                <a:cs typeface="Calibri" panose="020F0502020204030204" pitchFamily="34" charset="0"/>
              </a:rPr>
              <a:t>The  objective of this project is to </a:t>
            </a:r>
            <a:r>
              <a:rPr lang="en-IN" sz="2400" dirty="0" err="1">
                <a:latin typeface="Calibri" panose="020F0502020204030204" pitchFamily="34" charset="0"/>
                <a:ea typeface="Calibri" panose="020F0502020204030204" pitchFamily="34" charset="0"/>
                <a:cs typeface="Calibri" panose="020F0502020204030204" pitchFamily="34" charset="0"/>
              </a:rPr>
              <a:t>analyze</a:t>
            </a:r>
            <a:r>
              <a:rPr lang="en-IN" sz="2400" dirty="0">
                <a:latin typeface="Calibri" panose="020F0502020204030204" pitchFamily="34" charset="0"/>
                <a:ea typeface="Calibri" panose="020F0502020204030204" pitchFamily="34" charset="0"/>
                <a:cs typeface="Calibri" panose="020F0502020204030204" pitchFamily="34" charset="0"/>
              </a:rPr>
              <a:t> sales performance using Power BI.</a:t>
            </a:r>
          </a:p>
          <a:p>
            <a:r>
              <a:rPr lang="en-IN" sz="2400" dirty="0">
                <a:latin typeface="Calibri" panose="020F0502020204030204" pitchFamily="34" charset="0"/>
                <a:ea typeface="Calibri" panose="020F0502020204030204" pitchFamily="34" charset="0"/>
                <a:cs typeface="Calibri" panose="020F0502020204030204" pitchFamily="34" charset="0"/>
              </a:rPr>
              <a:t>The dashboard helps identify sales trends, profit, customer </a:t>
            </a:r>
            <a:r>
              <a:rPr lang="en-IN" sz="2400" dirty="0" err="1">
                <a:latin typeface="Calibri" panose="020F0502020204030204" pitchFamily="34" charset="0"/>
                <a:ea typeface="Calibri" panose="020F0502020204030204" pitchFamily="34" charset="0"/>
                <a:cs typeface="Calibri" panose="020F0502020204030204" pitchFamily="34" charset="0"/>
              </a:rPr>
              <a:t>behavior</a:t>
            </a:r>
            <a:r>
              <a:rPr lang="en-IN" sz="2400" dirty="0">
                <a:latin typeface="Calibri" panose="020F0502020204030204" pitchFamily="34" charset="0"/>
                <a:ea typeface="Calibri" panose="020F0502020204030204" pitchFamily="34" charset="0"/>
                <a:cs typeface="Calibri" panose="020F0502020204030204" pitchFamily="34" charset="0"/>
              </a:rPr>
              <a:t> , and product performance to support better business decision.</a:t>
            </a:r>
          </a:p>
          <a:p>
            <a:r>
              <a:rPr lang="en-IN" sz="2400" dirty="0">
                <a:latin typeface="Calibri" panose="020F0502020204030204" pitchFamily="34" charset="0"/>
                <a:ea typeface="Calibri" panose="020F0502020204030204" pitchFamily="34" charset="0"/>
                <a:cs typeface="Calibri" panose="020F0502020204030204" pitchFamily="34" charset="0"/>
              </a:rPr>
              <a:t>The dataset contains sales transaction recording, including Order ID, Order Date, Ship Date, Customer ID, Product Name, Category,  Sales,  Profit,  Quantity, State, Region and Shipping details .</a:t>
            </a:r>
          </a:p>
          <a:p>
            <a:pPr marL="0" indent="0">
              <a:buNone/>
            </a:pPr>
            <a:endParaRPr lang="en-IN" dirty="0"/>
          </a:p>
        </p:txBody>
      </p:sp>
    </p:spTree>
    <p:extLst>
      <p:ext uri="{BB962C8B-B14F-4D97-AF65-F5344CB8AC3E}">
        <p14:creationId xmlns:p14="http://schemas.microsoft.com/office/powerpoint/2010/main" val="1320719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65ED-C2F1-5313-461A-6D433F21D987}"/>
              </a:ext>
            </a:extLst>
          </p:cNvPr>
          <p:cNvSpPr>
            <a:spLocks noGrp="1"/>
          </p:cNvSpPr>
          <p:nvPr>
            <p:ph type="title"/>
          </p:nvPr>
        </p:nvSpPr>
        <p:spPr/>
        <p:txBody>
          <a:bodyPr/>
          <a:lstStyle/>
          <a:p>
            <a:pPr algn="ctr"/>
            <a:r>
              <a:rPr lang="en-IN" b="1" dirty="0"/>
              <a:t>Data preparation</a:t>
            </a:r>
          </a:p>
        </p:txBody>
      </p:sp>
      <p:sp>
        <p:nvSpPr>
          <p:cNvPr id="3" name="Content Placeholder 2">
            <a:extLst>
              <a:ext uri="{FF2B5EF4-FFF2-40B4-BE49-F238E27FC236}">
                <a16:creationId xmlns:a16="http://schemas.microsoft.com/office/drawing/2014/main" id="{BA630E83-1CB6-1058-7143-D095BEF512A9}"/>
              </a:ext>
            </a:extLst>
          </p:cNvPr>
          <p:cNvSpPr>
            <a:spLocks noGrp="1"/>
          </p:cNvSpPr>
          <p:nvPr>
            <p:ph idx="1"/>
          </p:nvPr>
        </p:nvSpPr>
        <p:spPr/>
        <p:txBody>
          <a:bodyPr spcCol="252000">
            <a:normAutofit/>
          </a:bodyPr>
          <a:lstStyle/>
          <a:p>
            <a:pPr marL="0" indent="0" algn="ctr">
              <a:buNone/>
            </a:pPr>
            <a:r>
              <a:rPr lang="en-IN" sz="2000" dirty="0">
                <a:latin typeface="Calibri" panose="020F0502020204030204" pitchFamily="34" charset="0"/>
                <a:ea typeface="Calibri" panose="020F0502020204030204" pitchFamily="34" charset="0"/>
                <a:cs typeface="Calibri" panose="020F0502020204030204" pitchFamily="34" charset="0"/>
              </a:rPr>
              <a:t>The dataset was prepared using Power Query in Power BI. Duplicate records were removed, data types were corrected, and missing values were handled. A new column, Shipping Lead Time, was created by calculating the difference between Ship Date and Order Date. After cleaning and transforming the data, the dataset was loaded into Power BI for further analysis and visualization.</a:t>
            </a:r>
          </a:p>
        </p:txBody>
      </p:sp>
      <p:pic>
        <p:nvPicPr>
          <p:cNvPr id="5" name="Graphic 4" descr="Database with solid fill">
            <a:extLst>
              <a:ext uri="{FF2B5EF4-FFF2-40B4-BE49-F238E27FC236}">
                <a16:creationId xmlns:a16="http://schemas.microsoft.com/office/drawing/2014/main" id="{2E3E3C04-FD69-77AB-4934-98683F0F18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75915" y="986246"/>
            <a:ext cx="631371" cy="631371"/>
          </a:xfrm>
          <a:prstGeom prst="rect">
            <a:avLst/>
          </a:prstGeom>
        </p:spPr>
      </p:pic>
    </p:spTree>
    <p:extLst>
      <p:ext uri="{BB962C8B-B14F-4D97-AF65-F5344CB8AC3E}">
        <p14:creationId xmlns:p14="http://schemas.microsoft.com/office/powerpoint/2010/main" val="1756965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220B-1EBE-2A24-4208-6C7385E010FA}"/>
              </a:ext>
            </a:extLst>
          </p:cNvPr>
          <p:cNvSpPr>
            <a:spLocks noGrp="1"/>
          </p:cNvSpPr>
          <p:nvPr>
            <p:ph type="title"/>
          </p:nvPr>
        </p:nvSpPr>
        <p:spPr>
          <a:xfrm>
            <a:off x="1186542" y="315686"/>
            <a:ext cx="9938657" cy="664028"/>
          </a:xfrm>
        </p:spPr>
        <p:txBody>
          <a:bodyPr>
            <a:normAutofit fontScale="90000"/>
          </a:bodyPr>
          <a:lstStyle/>
          <a:p>
            <a:pPr algn="ctr"/>
            <a:r>
              <a:rPr lang="en-IN" b="1" dirty="0"/>
              <a:t>Dashboard overview</a:t>
            </a:r>
          </a:p>
        </p:txBody>
      </p:sp>
      <p:pic>
        <p:nvPicPr>
          <p:cNvPr id="17" name="Content Placeholder 16">
            <a:extLst>
              <a:ext uri="{FF2B5EF4-FFF2-40B4-BE49-F238E27FC236}">
                <a16:creationId xmlns:a16="http://schemas.microsoft.com/office/drawing/2014/main" id="{94C3D769-0988-03F8-870D-9C3C0BB2A182}"/>
              </a:ext>
            </a:extLst>
          </p:cNvPr>
          <p:cNvPicPr>
            <a:picLocks noGrp="1" noChangeAspect="1"/>
          </p:cNvPicPr>
          <p:nvPr>
            <p:ph idx="1"/>
          </p:nvPr>
        </p:nvPicPr>
        <p:blipFill>
          <a:blip r:embed="rId2"/>
          <a:stretch>
            <a:fillRect/>
          </a:stretch>
        </p:blipFill>
        <p:spPr>
          <a:xfrm>
            <a:off x="435428" y="1100196"/>
            <a:ext cx="11321143" cy="5237507"/>
          </a:xfrm>
          <a:prstGeom prst="rect">
            <a:avLst/>
          </a:prstGeom>
        </p:spPr>
      </p:pic>
      <p:pic>
        <p:nvPicPr>
          <p:cNvPr id="19" name="Graphic 18" descr="Gauge with solid fill">
            <a:extLst>
              <a:ext uri="{FF2B5EF4-FFF2-40B4-BE49-F238E27FC236}">
                <a16:creationId xmlns:a16="http://schemas.microsoft.com/office/drawing/2014/main" id="{DCAE1520-D266-F68C-5328-694C36F095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67800" y="436168"/>
            <a:ext cx="457200" cy="457200"/>
          </a:xfrm>
          <a:prstGeom prst="rect">
            <a:avLst/>
          </a:prstGeom>
        </p:spPr>
      </p:pic>
    </p:spTree>
    <p:extLst>
      <p:ext uri="{BB962C8B-B14F-4D97-AF65-F5344CB8AC3E}">
        <p14:creationId xmlns:p14="http://schemas.microsoft.com/office/powerpoint/2010/main" val="116017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7510-A59C-5594-0E1A-3C240D61D833}"/>
              </a:ext>
            </a:extLst>
          </p:cNvPr>
          <p:cNvSpPr>
            <a:spLocks noGrp="1"/>
          </p:cNvSpPr>
          <p:nvPr>
            <p:ph type="title"/>
          </p:nvPr>
        </p:nvSpPr>
        <p:spPr>
          <a:xfrm>
            <a:off x="1066800" y="228600"/>
            <a:ext cx="10058400" cy="1066800"/>
          </a:xfrm>
        </p:spPr>
        <p:txBody>
          <a:bodyPr>
            <a:normAutofit/>
          </a:bodyPr>
          <a:lstStyle/>
          <a:p>
            <a:pPr algn="ctr"/>
            <a:r>
              <a:rPr lang="en-IN" b="1" dirty="0"/>
              <a:t>Product and Shipping Analysis</a:t>
            </a:r>
          </a:p>
        </p:txBody>
      </p:sp>
      <p:pic>
        <p:nvPicPr>
          <p:cNvPr id="5" name="Picture 4">
            <a:extLst>
              <a:ext uri="{FF2B5EF4-FFF2-40B4-BE49-F238E27FC236}">
                <a16:creationId xmlns:a16="http://schemas.microsoft.com/office/drawing/2014/main" id="{3BEDCF7C-7963-E6C5-7A52-701CA64126F2}"/>
              </a:ext>
            </a:extLst>
          </p:cNvPr>
          <p:cNvPicPr>
            <a:picLocks noChangeAspect="1"/>
          </p:cNvPicPr>
          <p:nvPr/>
        </p:nvPicPr>
        <p:blipFill>
          <a:blip r:embed="rId2"/>
          <a:stretch>
            <a:fillRect/>
          </a:stretch>
        </p:blipFill>
        <p:spPr>
          <a:xfrm>
            <a:off x="410452" y="1393371"/>
            <a:ext cx="11371096" cy="4985657"/>
          </a:xfrm>
          <a:prstGeom prst="rect">
            <a:avLst/>
          </a:prstGeom>
        </p:spPr>
      </p:pic>
      <p:pic>
        <p:nvPicPr>
          <p:cNvPr id="9" name="Graphic 8" descr="Ruler with solid fill">
            <a:extLst>
              <a:ext uri="{FF2B5EF4-FFF2-40B4-BE49-F238E27FC236}">
                <a16:creationId xmlns:a16="http://schemas.microsoft.com/office/drawing/2014/main" id="{1A60481D-C94B-990A-1E8D-47B1C6CB36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4459" y="478972"/>
            <a:ext cx="555170" cy="555170"/>
          </a:xfrm>
          <a:prstGeom prst="rect">
            <a:avLst/>
          </a:prstGeom>
        </p:spPr>
      </p:pic>
    </p:spTree>
    <p:extLst>
      <p:ext uri="{BB962C8B-B14F-4D97-AF65-F5344CB8AC3E}">
        <p14:creationId xmlns:p14="http://schemas.microsoft.com/office/powerpoint/2010/main" val="2993990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FDD9B-5495-6F64-B371-050EE8C1C549}"/>
              </a:ext>
            </a:extLst>
          </p:cNvPr>
          <p:cNvSpPr>
            <a:spLocks noGrp="1"/>
          </p:cNvSpPr>
          <p:nvPr>
            <p:ph type="title"/>
          </p:nvPr>
        </p:nvSpPr>
        <p:spPr/>
        <p:txBody>
          <a:bodyPr/>
          <a:lstStyle/>
          <a:p>
            <a:pPr algn="ctr"/>
            <a:r>
              <a:rPr lang="en-IN" b="1" i="1" dirty="0"/>
              <a:t>Conclusion</a:t>
            </a:r>
          </a:p>
        </p:txBody>
      </p:sp>
      <p:sp>
        <p:nvSpPr>
          <p:cNvPr id="3" name="Content Placeholder 2">
            <a:extLst>
              <a:ext uri="{FF2B5EF4-FFF2-40B4-BE49-F238E27FC236}">
                <a16:creationId xmlns:a16="http://schemas.microsoft.com/office/drawing/2014/main" id="{79FB25D6-09E4-74F3-552B-ABDCF9BB0E73}"/>
              </a:ext>
            </a:extLst>
          </p:cNvPr>
          <p:cNvSpPr>
            <a:spLocks noGrp="1"/>
          </p:cNvSpPr>
          <p:nvPr>
            <p:ph idx="1"/>
          </p:nvPr>
        </p:nvSpPr>
        <p:spPr/>
        <p:txBody>
          <a:bodyPr/>
          <a:lstStyle/>
          <a:p>
            <a:pPr marL="0" indent="0">
              <a:buNone/>
            </a:pPr>
            <a:endParaRPr lang="en-IN" dirty="0"/>
          </a:p>
          <a:p>
            <a:pPr marL="0" indent="0" algn="ctr">
              <a:buNone/>
            </a:pPr>
            <a:r>
              <a:rPr lang="en-IN" sz="2400" dirty="0">
                <a:latin typeface="Calibri" panose="020F0502020204030204" pitchFamily="34" charset="0"/>
                <a:ea typeface="Calibri" panose="020F0502020204030204" pitchFamily="34" charset="0"/>
                <a:cs typeface="Calibri" panose="020F0502020204030204" pitchFamily="34" charset="0"/>
              </a:rPr>
              <a:t>This project successfully demonstrates how Power BI can be used to </a:t>
            </a:r>
            <a:r>
              <a:rPr lang="en-IN" sz="2400" dirty="0" err="1">
                <a:latin typeface="Calibri" panose="020F0502020204030204" pitchFamily="34" charset="0"/>
                <a:ea typeface="Calibri" panose="020F0502020204030204" pitchFamily="34" charset="0"/>
                <a:cs typeface="Calibri" panose="020F0502020204030204" pitchFamily="34" charset="0"/>
              </a:rPr>
              <a:t>analyze</a:t>
            </a:r>
            <a:r>
              <a:rPr lang="en-IN" sz="2400" dirty="0">
                <a:latin typeface="Calibri" panose="020F0502020204030204" pitchFamily="34" charset="0"/>
                <a:ea typeface="Calibri" panose="020F0502020204030204" pitchFamily="34" charset="0"/>
                <a:cs typeface="Calibri" panose="020F0502020204030204" pitchFamily="34" charset="0"/>
              </a:rPr>
              <a:t> and visualize e-commerce sales data. By cleaning the data, creating DAX measures, and building an interactive dashboard, valuable business insights were obtained. The dashboard helps in monitoring sales performance, identifying trends, and supporting data-driven decision-making.</a:t>
            </a:r>
          </a:p>
          <a:p>
            <a:pPr marL="0" indent="0">
              <a:buNone/>
            </a:pPr>
            <a:endParaRPr lang="en-IN" dirty="0"/>
          </a:p>
          <a:p>
            <a:pPr marL="0" indent="0">
              <a:buNone/>
            </a:pPr>
            <a:endParaRPr lang="en-IN" dirty="0"/>
          </a:p>
        </p:txBody>
      </p:sp>
      <p:pic>
        <p:nvPicPr>
          <p:cNvPr id="5" name="Graphic 4" descr="Bar chart with solid fill">
            <a:extLst>
              <a:ext uri="{FF2B5EF4-FFF2-40B4-BE49-F238E27FC236}">
                <a16:creationId xmlns:a16="http://schemas.microsoft.com/office/drawing/2014/main" id="{6615AA34-4044-5134-18E0-D5E9C93896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794171" y="980051"/>
            <a:ext cx="664029" cy="664029"/>
          </a:xfrm>
          <a:prstGeom prst="rect">
            <a:avLst/>
          </a:prstGeom>
        </p:spPr>
      </p:pic>
    </p:spTree>
    <p:extLst>
      <p:ext uri="{BB962C8B-B14F-4D97-AF65-F5344CB8AC3E}">
        <p14:creationId xmlns:p14="http://schemas.microsoft.com/office/powerpoint/2010/main" val="25938098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{3AE78876-B26A-417F-9775-48327D271E33}TF77a67a13-02ae-4296-8148-f26bdaaf38f15d531602-3675789a7173</Template>
  <TotalTime>133</TotalTime>
  <Words>228</Words>
  <Application>Microsoft Office PowerPoint</Application>
  <PresentationFormat>Widescreen</PresentationFormat>
  <Paragraphs>15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Century Gothic</vt:lpstr>
      <vt:lpstr>Garamond</vt:lpstr>
      <vt:lpstr>Savon</vt:lpstr>
      <vt:lpstr>Nassau candy sales dashboard</vt:lpstr>
      <vt:lpstr>Project Objective &amp; Dataset</vt:lpstr>
      <vt:lpstr>Data preparation</vt:lpstr>
      <vt:lpstr>Dashboard overview</vt:lpstr>
      <vt:lpstr>Product and Shipping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 gupta</dc:creator>
  <cp:lastModifiedBy>priya gupta</cp:lastModifiedBy>
  <cp:revision>1</cp:revision>
  <dcterms:created xsi:type="dcterms:W3CDTF">2026-08-05T15:01:06Z</dcterms:created>
  <dcterms:modified xsi:type="dcterms:W3CDTF">2026-08-05T17:14:46Z</dcterms:modified>
</cp:coreProperties>
</file>